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8C80BD-A267-28DD-8A76-73BBE2CD13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C9D560-233C-05EA-FFB3-D9915DB3E9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43CBE2-FF98-DAF2-2326-BAE28BFB3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319FA9-632D-A8B0-7D24-1204E3103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8C334-26EE-FF1B-DD19-DB01E0394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359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3A50F-E3D5-73E8-6B57-740EF9A983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71084-2FCD-4766-40F1-05B8767A3E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E9FFF4-F137-3547-0F99-952FB55EB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FF0FE0-F63F-EB38-BF25-041DA4A78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C7D156-15C4-D6EE-4F03-D3A56131E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30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3B4F3-33CE-B1B3-329B-AFD43406F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7E4B2-4197-AAB3-C863-4E83F537ED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9BE1B-52E9-393F-65BF-D84CB74F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179FD2-E896-71A0-2254-8C7A5822E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4708A-081F-0961-DBB4-1770712C5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718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A5785-F9DC-95B7-22F9-7F39FF5B3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DA948-AFC3-92D3-358E-F02FA2D9D4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AE7B67-1518-90E1-E491-FB9E636406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73ABFA-12FD-AE7E-2D85-EB75AC2E4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AFEB5E-805C-4A12-6306-39C71DE5E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16924F-A9DE-9CCE-A6E9-EC95ABA98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450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C0997-5F10-F223-8F7B-253A3F0FB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796641-535A-4450-26AE-F914DED7C0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9375B-A361-CF9E-A888-0E8604981C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A5AEFE-1027-8F77-567E-A2196E6142F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8885B83-232A-C987-980F-671C099F95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1AC4462-276D-8D8C-4F2C-4A05FC85D6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AB965A-D923-DA71-5155-C0BA7BDA5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822F37-3FAA-C84F-BFBA-D8454AE0A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3121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1106-01FE-120E-B3D6-8F0068A9A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32BA24-D99F-0F34-F082-43079AC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B89E4A-D172-0D78-59AC-FC7A58349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6F4FCA-2455-C29D-65C3-1DB8B5846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6994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21E0AC-BA05-5017-2EF8-192605313E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8D2EE3-C2C8-B188-3149-EE8C69B5D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15C03-AC66-9C03-9F1D-674A0FBCF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4722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49EF38-254D-5ADA-AE3D-6FE046DD2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ABF944-607E-58BB-D1E2-AD54EEFA74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866410-9842-ABF8-8A08-996B6209AA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96DAFE-A103-E303-4A6B-645800686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AD92FC-34CC-D8FA-03A8-CC1960DED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81A4D9-DA63-5862-E777-0660FCC2D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996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F9F95-7CF4-D2F9-8BD5-5BED55A35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9876E6-239A-23E7-4070-BEA73A13C7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40D3DA-1C60-A4BF-05F0-2BD3EBA440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C0B806-0DE9-6241-3336-229FCE3C6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B7DA80-0A54-5095-B18C-2BDF47C69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55A6D5-0AB3-00FC-F700-58D60D2FE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5821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2B141-6B16-0138-4BE7-52805B377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6E60F4-8061-EAFA-7CD2-738912C794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705000-A39A-ED58-C9C0-05BA37A51C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00947-7CA8-1120-6FBA-5D31FAD3A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0BF57-2CAB-5F49-9FA7-2D37C178E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31748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C9CDC3-DFD8-C8CE-1D4A-F76351FA88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B4352E-66DF-3321-8B80-EE3F3EF8BD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CC1DC-073B-8A29-2E27-3F4947058E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BD70BC-DDF8-C9DD-2C94-95261DBF9D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DA051-1F0D-4439-AC9F-63AF073AC3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4204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B2792E-4794-5135-D48A-8E258A799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AB7B58-F45B-5E90-F16E-00DE6F476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89DFD-E5F2-B814-6361-986C22C4EC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20C451-DCB1-4D59-8D1B-95032E339999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80D29-59B6-60D3-0B0B-777DA976D0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90ED8A-4544-B447-7937-A6B2F010E4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A31768-B36B-48C2-ABE5-4310640336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70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50D24-1E3F-ECF2-CDDB-57138DE5B6E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1A3B45-CEB2-23E6-ACB8-C5F9D5BE2B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602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B3E252-6341-0D0B-472D-04B8DFFA46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31" y="1095232"/>
            <a:ext cx="12116537" cy="4464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4690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C3AE289-1159-C9B3-B65E-E06B86D6CF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05"/>
          <a:stretch>
            <a:fillRect/>
          </a:stretch>
        </p:blipFill>
        <p:spPr>
          <a:xfrm>
            <a:off x="512858" y="440267"/>
            <a:ext cx="11006727" cy="627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2206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A2891FA-7498-9CC4-39CA-0E120C9D8F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369" y="588126"/>
            <a:ext cx="11313261" cy="6066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7640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B75E4A-616F-C07D-93C2-0E42C8E10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934" y="745067"/>
            <a:ext cx="10638565" cy="5833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278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04FBFB-F07F-58DA-E887-DDFE15A841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254" y="711200"/>
            <a:ext cx="10447491" cy="5924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09258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1906055 - Tasmin Khan</dc:creator>
  <cp:lastModifiedBy>1906055 - Tasmin Khan</cp:lastModifiedBy>
  <cp:revision>3</cp:revision>
  <dcterms:created xsi:type="dcterms:W3CDTF">2026-08-11T23:17:41Z</dcterms:created>
  <dcterms:modified xsi:type="dcterms:W3CDTF">2026-08-12T01:40:17Z</dcterms:modified>
</cp:coreProperties>
</file>