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57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C80BD-A267-28DD-8A76-73BBE2CD1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C9D560-233C-05EA-FFB3-D9915DB3E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3CBE2-FF98-DAF2-2326-BAE28BFB3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19FA9-632D-A8B0-7D24-1204E310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8C334-26EE-FF1B-DD19-DB01E0394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35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A50F-E3D5-73E8-6B57-740EF9A9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71084-2FCD-4766-40F1-05B8767A3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9FFF4-F137-3547-0F99-952FB55EB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F0FE0-F63F-EB38-BF25-041DA4A7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7D156-15C4-D6EE-4F03-D3A56131E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3B4F3-33CE-B1B3-329B-AFD43406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7E4B2-4197-AAB3-C863-4E83F537E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9BE1B-52E9-393F-65BF-D84CB74F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79FD2-E896-71A0-2254-8C7A5822E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4708A-081F-0961-DBB4-1770712C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1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A5785-F9DC-95B7-22F9-7F39FF5B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DA948-AFC3-92D3-358E-F02FA2D9D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E7B67-1518-90E1-E491-FB9E63640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3ABFA-12FD-AE7E-2D85-EB75AC2E4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FEB5E-805C-4A12-6306-39C71DE5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6924F-A9DE-9CCE-A6E9-EC95ABA98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5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C0997-5F10-F223-8F7B-253A3F0F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96641-535A-4450-26AE-F914DED7C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9375B-A361-CF9E-A888-0E8604981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5AEFE-1027-8F77-567E-A2196E6142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885B83-232A-C987-980F-671C099F9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C4462-276D-8D8C-4F2C-4A05FC85D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AB965A-D923-DA71-5155-C0BA7BDA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822F37-3FAA-C84F-BFBA-D8454AE0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1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1106-01FE-120E-B3D6-8F0068A9A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2BA24-D99F-0F34-F082-43079AC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89E4A-D172-0D78-59AC-FC7A5834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F4FCA-2455-C29D-65C3-1DB8B5846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99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1E0AC-BA05-5017-2EF8-19260531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8D2EE3-C2C8-B188-3149-EE8C69B5D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15C03-AC66-9C03-9F1D-674A0FBC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7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9EF38-254D-5ADA-AE3D-6FE046DD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BF944-607E-58BB-D1E2-AD54EEFA7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66410-9842-ABF8-8A08-996B6209A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6DAFE-A103-E303-4A6B-645800686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D92FC-34CC-D8FA-03A8-CC1960DED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1A4D9-DA63-5862-E777-0660FCC2D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9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9F95-7CF4-D2F9-8BD5-5BED55A35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9876E6-239A-23E7-4070-BEA73A13C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0D3DA-1C60-A4BF-05F0-2BD3EBA4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0B806-0DE9-6241-3336-229FCE3C6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7DA80-0A54-5095-B18C-2BDF47C6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5A6D5-0AB3-00FC-F700-58D60D2F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8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B141-6B16-0138-4BE7-52805B37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E60F4-8061-EAFA-7CD2-738912C79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05000-A39A-ED58-C9C0-05BA37A51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00947-7CA8-1120-6FBA-5D31FAD3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0BF57-2CAB-5F49-9FA7-2D37C178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7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C9CDC3-DFD8-C8CE-1D4A-F76351FA8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4352E-66DF-3321-8B80-EE3F3EF8B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CC1DC-073B-8A29-2E27-3F494705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D70BC-DDF8-C9DD-2C94-95261DBF9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A051-1F0D-4439-AC9F-63AF073A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2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B2792E-4794-5135-D48A-8E258A79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B7B58-F45B-5E90-F16E-00DE6F476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89DFD-E5F2-B814-6361-986C22C4EC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0C451-DCB1-4D59-8D1B-95032E33999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80D29-59B6-60D3-0B0B-777DA976D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0ED8A-4544-B447-7937-A6B2F010E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31768-B36B-48C2-ABE5-43106403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3AE289-1159-C9B3-B65E-E06B86D6CF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05"/>
          <a:stretch>
            <a:fillRect/>
          </a:stretch>
        </p:blipFill>
        <p:spPr>
          <a:xfrm>
            <a:off x="1149657" y="880533"/>
            <a:ext cx="9892685" cy="563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9C20EB-2926-F06D-A85C-779000DFC3B8}"/>
              </a:ext>
            </a:extLst>
          </p:cNvPr>
          <p:cNvSpPr txBox="1"/>
          <p:nvPr/>
        </p:nvSpPr>
        <p:spPr>
          <a:xfrm>
            <a:off x="338667" y="228600"/>
            <a:ext cx="575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Slave single address pop – write - resp</a:t>
            </a:r>
          </a:p>
        </p:txBody>
      </p:sp>
    </p:spTree>
    <p:extLst>
      <p:ext uri="{BB962C8B-B14F-4D97-AF65-F5344CB8AC3E}">
        <p14:creationId xmlns:p14="http://schemas.microsoft.com/office/powerpoint/2010/main" val="378622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B62AAA-5C43-E012-78EF-3F8D8F0AAE18}"/>
              </a:ext>
            </a:extLst>
          </p:cNvPr>
          <p:cNvSpPr txBox="1"/>
          <p:nvPr/>
        </p:nvSpPr>
        <p:spPr>
          <a:xfrm>
            <a:off x="338667" y="237067"/>
            <a:ext cx="575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Slave address push - 4 burst pop – write - resp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2891FA-7498-9CC4-39CA-0E120C9D8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85" y="768268"/>
            <a:ext cx="10914430" cy="585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6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B75E4A-616F-C07D-93C2-0E42C8E10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02756"/>
            <a:ext cx="10805453" cy="5924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19FF21-B078-A1F6-6E60-E417EFF4AEDA}"/>
              </a:ext>
            </a:extLst>
          </p:cNvPr>
          <p:cNvSpPr txBox="1"/>
          <p:nvPr/>
        </p:nvSpPr>
        <p:spPr>
          <a:xfrm>
            <a:off x="338667" y="237067"/>
            <a:ext cx="727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outstanding address push - pop (when write valid) - resp</a:t>
            </a:r>
          </a:p>
        </p:txBody>
      </p:sp>
    </p:spTree>
    <p:extLst>
      <p:ext uri="{BB962C8B-B14F-4D97-AF65-F5344CB8AC3E}">
        <p14:creationId xmlns:p14="http://schemas.microsoft.com/office/powerpoint/2010/main" val="4186278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04FBFB-F07F-58DA-E887-DDFE15A84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723" y="922867"/>
            <a:ext cx="9670553" cy="54841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BDF3FB-EAC6-82F4-AB79-6861878216B3}"/>
              </a:ext>
            </a:extLst>
          </p:cNvPr>
          <p:cNvSpPr txBox="1"/>
          <p:nvPr/>
        </p:nvSpPr>
        <p:spPr>
          <a:xfrm>
            <a:off x="338667" y="237067"/>
            <a:ext cx="727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BRESP = SLVERR for WLAST mismatch</a:t>
            </a:r>
          </a:p>
        </p:txBody>
      </p:sp>
    </p:spTree>
    <p:extLst>
      <p:ext uri="{BB962C8B-B14F-4D97-AF65-F5344CB8AC3E}">
        <p14:creationId xmlns:p14="http://schemas.microsoft.com/office/powerpoint/2010/main" val="3190925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B7613-606A-E05B-BCE7-6AB1830B1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94" y="953913"/>
            <a:ext cx="11417812" cy="49501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87B036-5C5A-76CD-3804-AC1743B96966}"/>
              </a:ext>
            </a:extLst>
          </p:cNvPr>
          <p:cNvSpPr txBox="1"/>
          <p:nvPr/>
        </p:nvSpPr>
        <p:spPr>
          <a:xfrm>
            <a:off x="338666" y="237067"/>
            <a:ext cx="829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slave consuming addresses and write data with RESP fixed at DECERR</a:t>
            </a:r>
          </a:p>
        </p:txBody>
      </p:sp>
    </p:spTree>
    <p:extLst>
      <p:ext uri="{BB962C8B-B14F-4D97-AF65-F5344CB8AC3E}">
        <p14:creationId xmlns:p14="http://schemas.microsoft.com/office/powerpoint/2010/main" val="4107629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A12745-6442-4C60-619D-EADDD28EB99C}"/>
              </a:ext>
            </a:extLst>
          </p:cNvPr>
          <p:cNvSpPr txBox="1"/>
          <p:nvPr/>
        </p:nvSpPr>
        <p:spPr>
          <a:xfrm>
            <a:off x="245534" y="389467"/>
            <a:ext cx="575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Skid – buffer value storing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C078C-1AF6-2C70-4CA8-E21BA91CE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43" y="1316477"/>
            <a:ext cx="9482877" cy="422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69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504857-5FC4-D9C0-BDE9-FC40C8999288}"/>
              </a:ext>
            </a:extLst>
          </p:cNvPr>
          <p:cNvSpPr txBox="1"/>
          <p:nvPr/>
        </p:nvSpPr>
        <p:spPr>
          <a:xfrm>
            <a:off x="3234019" y="782884"/>
            <a:ext cx="575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decoder after skid buffered address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89013-DF93-E913-B589-47776011B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75" y="1303867"/>
            <a:ext cx="8896803" cy="1742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B98BE3-DD59-4756-C584-662F1EA544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79" t="9175" r="6114" b="6693"/>
          <a:stretch>
            <a:fillRect/>
          </a:stretch>
        </p:blipFill>
        <p:spPr>
          <a:xfrm>
            <a:off x="2768600" y="3733800"/>
            <a:ext cx="6079067" cy="179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76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EB1BD-3842-256E-CB48-59E5D78F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2BE859-3BA6-8F2A-4973-FEC7193B7752}"/>
              </a:ext>
            </a:extLst>
          </p:cNvPr>
          <p:cNvSpPr txBox="1"/>
          <p:nvPr/>
        </p:nvSpPr>
        <p:spPr>
          <a:xfrm>
            <a:off x="448734" y="846667"/>
            <a:ext cx="575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Arbiter S0 &gt; S1 &gt; ERR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F49CA-116F-9753-FA14-0DA5D9A61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34" y="1701749"/>
            <a:ext cx="9619808" cy="4766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7861D3-64F0-BF7C-92B7-CDBFD0868F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20" t="11414" b="12078"/>
          <a:stretch>
            <a:fillRect/>
          </a:stretch>
        </p:blipFill>
        <p:spPr>
          <a:xfrm>
            <a:off x="4292600" y="418052"/>
            <a:ext cx="6001324" cy="110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84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22FD84-A28B-942F-BDCA-5BCB3A798068}"/>
              </a:ext>
            </a:extLst>
          </p:cNvPr>
          <p:cNvSpPr txBox="1"/>
          <p:nvPr/>
        </p:nvSpPr>
        <p:spPr>
          <a:xfrm>
            <a:off x="3759201" y="231410"/>
            <a:ext cx="575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LEN Burst Write in Slave0 from interconnect top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DD67ED-B421-0BE0-050F-BE9F64859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33" y="660011"/>
            <a:ext cx="9912163" cy="58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23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77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1906055 - Tasmin Khan</dc:creator>
  <cp:lastModifiedBy>1906055 - Tasmin Khan</cp:lastModifiedBy>
  <cp:revision>26</cp:revision>
  <dcterms:created xsi:type="dcterms:W3CDTF">2026-08-11T23:17:41Z</dcterms:created>
  <dcterms:modified xsi:type="dcterms:W3CDTF">2026-09-19T07:39:31Z</dcterms:modified>
</cp:coreProperties>
</file>