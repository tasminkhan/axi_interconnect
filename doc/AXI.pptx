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57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1149657" y="880533"/>
            <a:ext cx="9892685" cy="5638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9C20EB-2926-F06D-A85C-779000DFC3B8}"/>
              </a:ext>
            </a:extLst>
          </p:cNvPr>
          <p:cNvSpPr txBox="1"/>
          <p:nvPr/>
        </p:nvSpPr>
        <p:spPr>
          <a:xfrm>
            <a:off x="338667" y="228600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single address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85" y="768268"/>
            <a:ext cx="10914430" cy="5852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B62AAA-5C43-E012-78EF-3F8D8F0AAE18}"/>
              </a:ext>
            </a:extLst>
          </p:cNvPr>
          <p:cNvSpPr txBox="1"/>
          <p:nvPr/>
        </p:nvSpPr>
        <p:spPr>
          <a:xfrm>
            <a:off x="338667" y="2370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address push - 4 burst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02756"/>
            <a:ext cx="10805453" cy="59248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19FF21-B078-A1F6-6E60-E417EFF4AEDA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outstanding address push - pop (when write valid) - resp</a:t>
            </a:r>
          </a:p>
        </p:txBody>
      </p:sp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23" y="922867"/>
            <a:ext cx="9670553" cy="5484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BDF3FB-EAC6-82F4-AB79-6861878216B3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BRESP = SLVERR for WLAST mismatch</a:t>
            </a:r>
          </a:p>
        </p:txBody>
      </p:sp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B7613-606A-E05B-BCE7-6AB1830B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94" y="953913"/>
            <a:ext cx="11417812" cy="49501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87B036-5C5A-76CD-3804-AC1743B96966}"/>
              </a:ext>
            </a:extLst>
          </p:cNvPr>
          <p:cNvSpPr txBox="1"/>
          <p:nvPr/>
        </p:nvSpPr>
        <p:spPr>
          <a:xfrm>
            <a:off x="338666" y="237067"/>
            <a:ext cx="829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slave consuming addresses and write data with RESP fixed at DECERR</a:t>
            </a:r>
          </a:p>
        </p:txBody>
      </p:sp>
    </p:spTree>
    <p:extLst>
      <p:ext uri="{BB962C8B-B14F-4D97-AF65-F5344CB8AC3E}">
        <p14:creationId xmlns:p14="http://schemas.microsoft.com/office/powerpoint/2010/main" val="410762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A12745-6442-4C60-619D-EADDD28EB99C}"/>
              </a:ext>
            </a:extLst>
          </p:cNvPr>
          <p:cNvSpPr txBox="1"/>
          <p:nvPr/>
        </p:nvSpPr>
        <p:spPr>
          <a:xfrm>
            <a:off x="245534" y="3894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Skid – buffer value storing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EC078C-1AF6-2C70-4CA8-E21BA91C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43" y="1316477"/>
            <a:ext cx="9482877" cy="422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504857-5FC4-D9C0-BDE9-FC40C8999288}"/>
              </a:ext>
            </a:extLst>
          </p:cNvPr>
          <p:cNvSpPr txBox="1"/>
          <p:nvPr/>
        </p:nvSpPr>
        <p:spPr>
          <a:xfrm>
            <a:off x="3234019" y="782884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decoder after skid buffered address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89013-DF93-E913-B589-47776011B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275" y="1303867"/>
            <a:ext cx="8896803" cy="1742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98BE3-DD59-4756-C584-662F1EA54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9" t="9175" r="6114" b="6693"/>
          <a:stretch>
            <a:fillRect/>
          </a:stretch>
        </p:blipFill>
        <p:spPr>
          <a:xfrm>
            <a:off x="2768600" y="3733800"/>
            <a:ext cx="6079067" cy="179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76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B1BD-3842-256E-CB48-59E5D78FF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2BE859-3BA6-8F2A-4973-FEC7193B7752}"/>
              </a:ext>
            </a:extLst>
          </p:cNvPr>
          <p:cNvSpPr txBox="1"/>
          <p:nvPr/>
        </p:nvSpPr>
        <p:spPr>
          <a:xfrm>
            <a:off x="448734" y="8466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Arbiter S0 &gt; S1 &gt; ERR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F49CA-116F-9753-FA14-0DA5D9A61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34" y="1701749"/>
            <a:ext cx="9619808" cy="4766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7861D3-64F0-BF7C-92B7-CDBFD0868F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0" t="11414" b="12078"/>
          <a:stretch>
            <a:fillRect/>
          </a:stretch>
        </p:blipFill>
        <p:spPr>
          <a:xfrm>
            <a:off x="4292600" y="418052"/>
            <a:ext cx="6001324" cy="110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384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68</Words>
  <Application>Microsoft Office PowerPoint</Application>
  <PresentationFormat>Widescreen</PresentationFormat>
  <Paragraphs>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18</cp:revision>
  <dcterms:created xsi:type="dcterms:W3CDTF">2026-08-11T23:17:41Z</dcterms:created>
  <dcterms:modified xsi:type="dcterms:W3CDTF">2026-08-18T20:33:26Z</dcterms:modified>
</cp:coreProperties>
</file>