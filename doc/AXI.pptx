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B3E252-6341-0D0B-472D-04B8DFFA4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1" y="1095232"/>
            <a:ext cx="12116537" cy="446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512858" y="440267"/>
            <a:ext cx="11006727" cy="627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369" y="588126"/>
            <a:ext cx="11313261" cy="606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934" y="745067"/>
            <a:ext cx="10638565" cy="58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254" y="711200"/>
            <a:ext cx="10447491" cy="592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B7613-606A-E05B-BCE7-6AB1830B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94" y="953913"/>
            <a:ext cx="11417812" cy="495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299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4</cp:revision>
  <dcterms:created xsi:type="dcterms:W3CDTF">2026-08-11T23:17:41Z</dcterms:created>
  <dcterms:modified xsi:type="dcterms:W3CDTF">2026-08-12T03:04:06Z</dcterms:modified>
</cp:coreProperties>
</file>